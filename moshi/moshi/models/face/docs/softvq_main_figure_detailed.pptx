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/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ftvq_main_figure_detail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11734800" cy="6515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3"/>
      </a:dk2>
      <a:lt2>
        <a:srgbClr val="EEECE1"/>
      </a:lt2>
      <a:accent1>
        <a:srgbClr val="4472C4"/>
      </a:accent1>
      <a:accent2>
        <a:srgbClr val="70AD47"/>
      </a:accent2>
      <a:accent3>
        <a:srgbClr val="FFC000"/>
      </a:accent3>
      <a:accent4>
        <a:srgbClr val="5B9BD5"/>
      </a:accent4>
      <a:accent5>
        <a:srgbClr val="A5A5A5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SoftVQ Main Figure</dc:title>
  <dc:creator>Codex</dc:creator>
  <cp:lastModifiedBy>Codex</cp:lastModifiedBy>
</cp:coreProperties>
</file>